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469063" cy="9144000"/>
  <p:notesSz cx="9144000" cy="64690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8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55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Percentages one minute guide. Key message: reverse percentages usually mean divide by the multiplier, not subtract.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ND-friendly one minute guide explaining reverse percentages with visual steps, worked example and try-this questio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6938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Percentages One Minute Guide</dc:title>
  <dc:subject>Reverse Percentages SEND-friendly one minute guide</dc:subject>
  <dc:creator>OpenAI</dc:creator>
  <cp:lastModifiedBy>Nandeep Bains</cp:lastModifiedBy>
  <cp:revision>1</cp:revision>
  <dcterms:created xsi:type="dcterms:W3CDTF">2026-09-09T11:17:12Z</dcterms:created>
  <dcterms:modified xsi:type="dcterms:W3CDTF">2026-09-13T16:20:34Z</dcterms:modified>
</cp:coreProperties>
</file>